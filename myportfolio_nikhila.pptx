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8" r:id="rId4"/>
    <p:sldId id="257" r:id="rId5"/>
    <p:sldId id="260" r:id="rId6"/>
    <p:sldId id="268" r:id="rId7"/>
    <p:sldId id="261" r:id="rId8"/>
    <p:sldId id="262" r:id="rId9"/>
    <p:sldId id="263" r:id="rId10"/>
    <p:sldId id="264" r:id="rId11"/>
    <p:sldId id="269"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7/22/2023</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7/22/2023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7/22/2023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7/22/2023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7/22/2023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7/22/2023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7/22/2023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7/22/2023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7/22/2023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7/22/2023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7/22/2023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7/22/2023</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ikhilabeereddy@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nikhila9346.github.io/my_portfolio/" TargetMode="External"/><Relationship Id="rId2" Type="http://schemas.openxmlformats.org/officeDocument/2006/relationships/hyperlink" Target="https://github.com/Nikhila9346/my_portfolio"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217EE-E8EC-168A-9226-B63FEFB7C38D}"/>
              </a:ext>
            </a:extLst>
          </p:cNvPr>
          <p:cNvSpPr>
            <a:spLocks noGrp="1"/>
          </p:cNvSpPr>
          <p:nvPr>
            <p:ph type="ctrTitle"/>
          </p:nvPr>
        </p:nvSpPr>
        <p:spPr>
          <a:xfrm>
            <a:off x="1325285" y="903820"/>
            <a:ext cx="8825658" cy="861419"/>
          </a:xfrm>
        </p:spPr>
        <p:txBody>
          <a:bodyPr/>
          <a:lstStyle/>
          <a:p>
            <a:pPr algn="ctr"/>
            <a:r>
              <a:rPr lang="en-US" sz="4800" u="sng" dirty="0">
                <a:solidFill>
                  <a:schemeClr val="accent1">
                    <a:lumMod val="40000"/>
                    <a:lumOff val="60000"/>
                  </a:schemeClr>
                </a:solidFill>
              </a:rPr>
              <a:t>STUDENT DETAILS</a:t>
            </a:r>
          </a:p>
        </p:txBody>
      </p:sp>
      <p:sp>
        <p:nvSpPr>
          <p:cNvPr id="3" name="Subtitle 2">
            <a:extLst>
              <a:ext uri="{FF2B5EF4-FFF2-40B4-BE49-F238E27FC236}">
                <a16:creationId xmlns:a16="http://schemas.microsoft.com/office/drawing/2014/main" id="{2757D84F-EC63-AA33-FE32-EC22F3BB5856}"/>
              </a:ext>
            </a:extLst>
          </p:cNvPr>
          <p:cNvSpPr>
            <a:spLocks noGrp="1"/>
          </p:cNvSpPr>
          <p:nvPr>
            <p:ph type="subTitle" idx="1"/>
          </p:nvPr>
        </p:nvSpPr>
        <p:spPr>
          <a:xfrm>
            <a:off x="1154954" y="2241176"/>
            <a:ext cx="10275045" cy="3801036"/>
          </a:xfrm>
        </p:spPr>
        <p:txBody>
          <a:bodyPr/>
          <a:lstStyle/>
          <a:p>
            <a:r>
              <a:rPr lang="en-US" cap="none" dirty="0">
                <a:solidFill>
                  <a:schemeClr val="bg1"/>
                </a:solidFill>
              </a:rPr>
              <a:t>Name: </a:t>
            </a:r>
            <a:r>
              <a:rPr lang="en-US" cap="none" dirty="0" err="1">
                <a:solidFill>
                  <a:schemeClr val="bg1"/>
                </a:solidFill>
              </a:rPr>
              <a:t>BeeReddy</a:t>
            </a:r>
            <a:r>
              <a:rPr lang="en-US" cap="none" dirty="0">
                <a:solidFill>
                  <a:schemeClr val="bg1"/>
                </a:solidFill>
              </a:rPr>
              <a:t> Nikhila</a:t>
            </a:r>
          </a:p>
          <a:p>
            <a:r>
              <a:rPr lang="en-US" cap="none" dirty="0">
                <a:solidFill>
                  <a:schemeClr val="bg1"/>
                </a:solidFill>
              </a:rPr>
              <a:t>Skills Build Email Id: </a:t>
            </a:r>
            <a:r>
              <a:rPr lang="en-US" u="sng" cap="none" dirty="0">
                <a:solidFill>
                  <a:schemeClr val="bg1"/>
                </a:solidFill>
              </a:rPr>
              <a:t>n</a:t>
            </a:r>
            <a:r>
              <a:rPr lang="en-US" u="sng" cap="none" dirty="0">
                <a:solidFill>
                  <a:schemeClr val="bg1"/>
                </a:solidFill>
                <a:hlinkClick r:id="rId2">
                  <a:extLst>
                    <a:ext uri="{A12FA001-AC4F-418D-AE19-62706E023703}">
                      <ahyp:hlinkClr xmlns:ahyp="http://schemas.microsoft.com/office/drawing/2018/hyperlinkcolor" val="tx"/>
                    </a:ext>
                  </a:extLst>
                </a:hlinkClick>
              </a:rPr>
              <a:t>ikhilabeereddy</a:t>
            </a:r>
            <a:r>
              <a:rPr lang="en-US" cap="none" dirty="0">
                <a:solidFill>
                  <a:schemeClr val="bg1"/>
                </a:solidFill>
                <a:hlinkClick r:id="rId2">
                  <a:extLst>
                    <a:ext uri="{A12FA001-AC4F-418D-AE19-62706E023703}">
                      <ahyp:hlinkClr xmlns:ahyp="http://schemas.microsoft.com/office/drawing/2018/hyperlinkcolor" val="tx"/>
                    </a:ext>
                  </a:extLst>
                </a:hlinkClick>
              </a:rPr>
              <a:t>@gmail.com</a:t>
            </a:r>
            <a:endParaRPr lang="en-US" cap="none" dirty="0">
              <a:solidFill>
                <a:schemeClr val="bg1"/>
              </a:solidFill>
            </a:endParaRPr>
          </a:p>
          <a:p>
            <a:r>
              <a:rPr lang="en-US" cap="none" dirty="0">
                <a:solidFill>
                  <a:schemeClr val="bg1"/>
                </a:solidFill>
              </a:rPr>
              <a:t>College Name: Sri Indu College Of Engineering And Technology</a:t>
            </a:r>
          </a:p>
          <a:p>
            <a:r>
              <a:rPr lang="en-US" cap="none" dirty="0">
                <a:solidFill>
                  <a:schemeClr val="bg1"/>
                </a:solidFill>
              </a:rPr>
              <a:t>College State: Telangana</a:t>
            </a:r>
          </a:p>
          <a:p>
            <a:r>
              <a:rPr lang="en-US" cap="none" dirty="0">
                <a:solidFill>
                  <a:schemeClr val="bg1"/>
                </a:solidFill>
              </a:rPr>
              <a:t>Internship Domain: Front End Development</a:t>
            </a:r>
          </a:p>
          <a:p>
            <a:r>
              <a:rPr lang="en-US" cap="none" dirty="0">
                <a:solidFill>
                  <a:schemeClr val="bg1"/>
                </a:solidFill>
              </a:rPr>
              <a:t>Internship Start And End Date: 05-06-2023 To 15-07-2023</a:t>
            </a:r>
          </a:p>
          <a:p>
            <a:endParaRPr lang="en-US" dirty="0"/>
          </a:p>
        </p:txBody>
      </p:sp>
      <p:pic>
        <p:nvPicPr>
          <p:cNvPr id="5" name="Picture 4">
            <a:extLst>
              <a:ext uri="{FF2B5EF4-FFF2-40B4-BE49-F238E27FC236}">
                <a16:creationId xmlns:a16="http://schemas.microsoft.com/office/drawing/2014/main" id="{CCB074F1-69E7-2F97-A889-CE56C4A7D9F5}"/>
              </a:ext>
            </a:extLst>
          </p:cNvPr>
          <p:cNvPicPr>
            <a:picLocks noChangeAspect="1"/>
          </p:cNvPicPr>
          <p:nvPr/>
        </p:nvPicPr>
        <p:blipFill rotWithShape="1">
          <a:blip r:embed="rId3"/>
          <a:srcRect l="9145" t="7496" r="9144" b="4196"/>
          <a:stretch/>
        </p:blipFill>
        <p:spPr>
          <a:xfrm>
            <a:off x="8435788" y="3281081"/>
            <a:ext cx="2483224" cy="2393577"/>
          </a:xfrm>
          <a:prstGeom prst="flowChartConnector">
            <a:avLst/>
          </a:prstGeom>
        </p:spPr>
      </p:pic>
    </p:spTree>
    <p:extLst>
      <p:ext uri="{BB962C8B-B14F-4D97-AF65-F5344CB8AC3E}">
        <p14:creationId xmlns:p14="http://schemas.microsoft.com/office/powerpoint/2010/main" val="2610311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217EE-E8EC-168A-9226-B63FEFB7C38D}"/>
              </a:ext>
            </a:extLst>
          </p:cNvPr>
          <p:cNvSpPr>
            <a:spLocks noGrp="1"/>
          </p:cNvSpPr>
          <p:nvPr>
            <p:ph type="ctrTitle"/>
          </p:nvPr>
        </p:nvSpPr>
        <p:spPr>
          <a:xfrm>
            <a:off x="354855" y="2491380"/>
            <a:ext cx="8825658" cy="1415056"/>
          </a:xfrm>
        </p:spPr>
        <p:txBody>
          <a:bodyPr/>
          <a:lstStyle/>
          <a:p>
            <a:pPr algn="ctr"/>
            <a:r>
              <a:rPr lang="en-US" sz="7200" dirty="0"/>
              <a:t>PORTFOLIO</a:t>
            </a:r>
          </a:p>
        </p:txBody>
      </p:sp>
      <p:pic>
        <p:nvPicPr>
          <p:cNvPr id="6" name="Graphic 5">
            <a:extLst>
              <a:ext uri="{FF2B5EF4-FFF2-40B4-BE49-F238E27FC236}">
                <a16:creationId xmlns:a16="http://schemas.microsoft.com/office/drawing/2014/main" id="{5E777DEB-5E8E-8C65-E899-DA43A1135A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58150" y="2066146"/>
            <a:ext cx="2828925" cy="2725707"/>
          </a:xfrm>
          <a:prstGeom prst="rect">
            <a:avLst/>
          </a:prstGeom>
        </p:spPr>
      </p:pic>
      <p:sp>
        <p:nvSpPr>
          <p:cNvPr id="3" name="TextBox 2">
            <a:extLst>
              <a:ext uri="{FF2B5EF4-FFF2-40B4-BE49-F238E27FC236}">
                <a16:creationId xmlns:a16="http://schemas.microsoft.com/office/drawing/2014/main" id="{5EB6F67E-E120-0AE3-96BF-B5E5C93215D7}"/>
              </a:ext>
            </a:extLst>
          </p:cNvPr>
          <p:cNvSpPr txBox="1"/>
          <p:nvPr/>
        </p:nvSpPr>
        <p:spPr>
          <a:xfrm>
            <a:off x="851647" y="836522"/>
            <a:ext cx="7790329" cy="769441"/>
          </a:xfrm>
          <a:prstGeom prst="rect">
            <a:avLst/>
          </a:prstGeom>
          <a:noFill/>
        </p:spPr>
        <p:txBody>
          <a:bodyPr wrap="square" rtlCol="0">
            <a:spAutoFit/>
          </a:bodyPr>
          <a:lstStyle/>
          <a:p>
            <a:r>
              <a:rPr lang="en-US" sz="4400" u="sng" dirty="0">
                <a:solidFill>
                  <a:schemeClr val="bg1">
                    <a:lumMod val="75000"/>
                  </a:schemeClr>
                </a:solidFill>
              </a:rPr>
              <a:t>PROJECT TITLE</a:t>
            </a:r>
          </a:p>
        </p:txBody>
      </p:sp>
    </p:spTree>
    <p:extLst>
      <p:ext uri="{BB962C8B-B14F-4D97-AF65-F5344CB8AC3E}">
        <p14:creationId xmlns:p14="http://schemas.microsoft.com/office/powerpoint/2010/main" val="3020434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778B0-E4BC-4AC9-AB55-792C20FFBEC9}"/>
              </a:ext>
            </a:extLst>
          </p:cNvPr>
          <p:cNvSpPr>
            <a:spLocks noGrp="1"/>
          </p:cNvSpPr>
          <p:nvPr>
            <p:ph type="title"/>
          </p:nvPr>
        </p:nvSpPr>
        <p:spPr/>
        <p:txBody>
          <a:bodyPr/>
          <a:lstStyle/>
          <a:p>
            <a:pPr algn="ctr"/>
            <a:r>
              <a:rPr lang="en-US" dirty="0"/>
              <a:t>AGENDA</a:t>
            </a:r>
          </a:p>
        </p:txBody>
      </p:sp>
      <p:sp>
        <p:nvSpPr>
          <p:cNvPr id="3" name="Content Placeholder 2">
            <a:extLst>
              <a:ext uri="{FF2B5EF4-FFF2-40B4-BE49-F238E27FC236}">
                <a16:creationId xmlns:a16="http://schemas.microsoft.com/office/drawing/2014/main" id="{A4B27A38-B1B5-3FBD-0217-37D60F19410E}"/>
              </a:ext>
            </a:extLst>
          </p:cNvPr>
          <p:cNvSpPr>
            <a:spLocks noGrp="1"/>
          </p:cNvSpPr>
          <p:nvPr>
            <p:ph idx="1"/>
          </p:nvPr>
        </p:nvSpPr>
        <p:spPr/>
        <p:txBody>
          <a:bodyPr/>
          <a:lstStyle/>
          <a:p>
            <a:r>
              <a:rPr lang="en-US" b="0" i="0" dirty="0">
                <a:solidFill>
                  <a:srgbClr val="343541"/>
                </a:solidFill>
                <a:effectLst/>
                <a:latin typeface="Söhne"/>
              </a:rPr>
              <a:t>Project Overview</a:t>
            </a:r>
          </a:p>
          <a:p>
            <a:r>
              <a:rPr lang="en-US" b="0" i="0" dirty="0">
                <a:solidFill>
                  <a:srgbClr val="343541"/>
                </a:solidFill>
                <a:effectLst/>
                <a:latin typeface="Söhne"/>
              </a:rPr>
              <a:t>Who are the End Users of this Project?</a:t>
            </a:r>
          </a:p>
          <a:p>
            <a:r>
              <a:rPr lang="en-US" b="0" i="0" dirty="0">
                <a:solidFill>
                  <a:srgbClr val="343541"/>
                </a:solidFill>
                <a:effectLst/>
                <a:latin typeface="Söhne"/>
              </a:rPr>
              <a:t>Value proposition</a:t>
            </a:r>
          </a:p>
          <a:p>
            <a:r>
              <a:rPr lang="en-US" b="0" i="0" dirty="0">
                <a:solidFill>
                  <a:srgbClr val="343541"/>
                </a:solidFill>
                <a:effectLst/>
                <a:latin typeface="Söhne"/>
              </a:rPr>
              <a:t>Customization of my Project</a:t>
            </a:r>
          </a:p>
          <a:p>
            <a:r>
              <a:rPr lang="en-US" b="0" i="0" dirty="0">
                <a:solidFill>
                  <a:srgbClr val="343541"/>
                </a:solidFill>
                <a:effectLst/>
                <a:latin typeface="Söhne"/>
              </a:rPr>
              <a:t>Modelling</a:t>
            </a:r>
          </a:p>
          <a:p>
            <a:r>
              <a:rPr lang="en-US" b="0" i="0" dirty="0">
                <a:solidFill>
                  <a:srgbClr val="343541"/>
                </a:solidFill>
                <a:effectLst/>
                <a:latin typeface="Söhne"/>
              </a:rPr>
              <a:t>Results </a:t>
            </a:r>
          </a:p>
          <a:p>
            <a:r>
              <a:rPr lang="en-US" b="0" i="0" dirty="0">
                <a:solidFill>
                  <a:srgbClr val="343541"/>
                </a:solidFill>
                <a:effectLst/>
                <a:latin typeface="Söhne"/>
              </a:rPr>
              <a:t>Links</a:t>
            </a:r>
            <a:endParaRPr lang="en-US" dirty="0"/>
          </a:p>
        </p:txBody>
      </p:sp>
    </p:spTree>
    <p:extLst>
      <p:ext uri="{BB962C8B-B14F-4D97-AF65-F5344CB8AC3E}">
        <p14:creationId xmlns:p14="http://schemas.microsoft.com/office/powerpoint/2010/main" val="2510696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D331C-1EE9-1536-62F0-A634659B1F88}"/>
              </a:ext>
            </a:extLst>
          </p:cNvPr>
          <p:cNvSpPr>
            <a:spLocks noGrp="1"/>
          </p:cNvSpPr>
          <p:nvPr>
            <p:ph type="title"/>
          </p:nvPr>
        </p:nvSpPr>
        <p:spPr>
          <a:xfrm>
            <a:off x="1154953" y="973668"/>
            <a:ext cx="8761413" cy="706964"/>
          </a:xfrm>
        </p:spPr>
        <p:txBody>
          <a:bodyPr/>
          <a:lstStyle/>
          <a:p>
            <a:r>
              <a:rPr lang="en-US" dirty="0"/>
              <a:t>Project Overview</a:t>
            </a:r>
          </a:p>
        </p:txBody>
      </p:sp>
      <p:sp>
        <p:nvSpPr>
          <p:cNvPr id="5" name="Content Placeholder 4">
            <a:extLst>
              <a:ext uri="{FF2B5EF4-FFF2-40B4-BE49-F238E27FC236}">
                <a16:creationId xmlns:a16="http://schemas.microsoft.com/office/drawing/2014/main" id="{23DF2BCE-0B6C-1F45-D912-F1354EEAC75E}"/>
              </a:ext>
            </a:extLst>
          </p:cNvPr>
          <p:cNvSpPr>
            <a:spLocks noGrp="1"/>
          </p:cNvSpPr>
          <p:nvPr>
            <p:ph idx="1"/>
          </p:nvPr>
        </p:nvSpPr>
        <p:spPr>
          <a:xfrm>
            <a:off x="1155700" y="2818653"/>
            <a:ext cx="7871759" cy="3416300"/>
          </a:xfrm>
        </p:spPr>
        <p:txBody>
          <a:bodyPr>
            <a:normAutofit/>
          </a:bodyPr>
          <a:lstStyle/>
          <a:p>
            <a:pPr algn="l"/>
            <a:r>
              <a:rPr lang="en-US" sz="1600" b="0" i="0" dirty="0">
                <a:solidFill>
                  <a:srgbClr val="374151"/>
                </a:solidFill>
                <a:effectLst/>
                <a:latin typeface="Söhne"/>
              </a:rPr>
              <a:t>This website comprises several sections, including a home section, an about section, a services section, a projects section, and a contact section. The home section serves as an introduction to my work and showcases my skills. In the about section, visitors can find comprehensive information about me and my background. The services section provides an exhaustive list of all the services I offer. For the projects section, I showcase my projects through images, links, and detailed descriptions. To facilitate communication with visitors, the contact section includes a contact form. Additionally, I have added a footer that allows users to connect with me through various social media platforms.</a:t>
            </a:r>
          </a:p>
          <a:p>
            <a:pPr algn="l"/>
            <a:r>
              <a:rPr lang="en-US" sz="1600" b="0" i="0" dirty="0">
                <a:solidFill>
                  <a:srgbClr val="374151"/>
                </a:solidFill>
                <a:effectLst/>
                <a:latin typeface="Söhne"/>
              </a:rPr>
              <a:t>The primary purpose of this website is to showcase my skills and work in a visually appealing manner while ensuring easy navigation for all end-users.</a:t>
            </a:r>
          </a:p>
        </p:txBody>
      </p:sp>
    </p:spTree>
    <p:extLst>
      <p:ext uri="{BB962C8B-B14F-4D97-AF65-F5344CB8AC3E}">
        <p14:creationId xmlns:p14="http://schemas.microsoft.com/office/powerpoint/2010/main" val="4202411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9ED9-9864-5172-52DE-55DB25ECDF15}"/>
              </a:ext>
            </a:extLst>
          </p:cNvPr>
          <p:cNvSpPr>
            <a:spLocks noGrp="1"/>
          </p:cNvSpPr>
          <p:nvPr>
            <p:ph type="title"/>
          </p:nvPr>
        </p:nvSpPr>
        <p:spPr/>
        <p:txBody>
          <a:bodyPr/>
          <a:lstStyle/>
          <a:p>
            <a:pPr algn="ctr"/>
            <a:r>
              <a:rPr lang="en-US" dirty="0"/>
              <a:t>Who are the End Users of this Project?</a:t>
            </a:r>
          </a:p>
        </p:txBody>
      </p:sp>
      <p:sp>
        <p:nvSpPr>
          <p:cNvPr id="3" name="Content Placeholder 2">
            <a:extLst>
              <a:ext uri="{FF2B5EF4-FFF2-40B4-BE49-F238E27FC236}">
                <a16:creationId xmlns:a16="http://schemas.microsoft.com/office/drawing/2014/main" id="{17B39C44-11E2-183D-DFE7-37DF5C5391C1}"/>
              </a:ext>
            </a:extLst>
          </p:cNvPr>
          <p:cNvSpPr>
            <a:spLocks noGrp="1"/>
          </p:cNvSpPr>
          <p:nvPr>
            <p:ph idx="1"/>
          </p:nvPr>
        </p:nvSpPr>
        <p:spPr>
          <a:xfrm>
            <a:off x="753036" y="2722434"/>
            <a:ext cx="7342094" cy="3565745"/>
          </a:xfrm>
        </p:spPr>
        <p:txBody>
          <a:bodyPr>
            <a:normAutofit/>
          </a:bodyPr>
          <a:lstStyle/>
          <a:p>
            <a:pPr marL="0" indent="0">
              <a:buNone/>
            </a:pPr>
            <a:r>
              <a:rPr lang="en-US" sz="1600" dirty="0">
                <a:solidFill>
                  <a:srgbClr val="374151"/>
                </a:solidFill>
                <a:latin typeface="Söhne"/>
              </a:rPr>
              <a:t>Portfolios</a:t>
            </a:r>
            <a:r>
              <a:rPr lang="en-US" sz="1600" b="0" i="0" dirty="0">
                <a:solidFill>
                  <a:srgbClr val="374151"/>
                </a:solidFill>
                <a:effectLst/>
                <a:latin typeface="Söhne"/>
              </a:rPr>
              <a:t> are commonly used across various industries and professions to present one's capabilities and accomplishments in a visually appealing and organized manner.</a:t>
            </a:r>
          </a:p>
          <a:p>
            <a:pPr marL="0" indent="0">
              <a:buNone/>
            </a:pPr>
            <a:endParaRPr lang="en-US" sz="1600" dirty="0">
              <a:solidFill>
                <a:srgbClr val="374151"/>
              </a:solidFill>
              <a:latin typeface="Söhne"/>
            </a:endParaRPr>
          </a:p>
          <a:p>
            <a:pPr marL="0" indent="0">
              <a:buNone/>
            </a:pPr>
            <a:r>
              <a:rPr lang="en-US" sz="1600" b="1" i="0" dirty="0">
                <a:solidFill>
                  <a:srgbClr val="374151"/>
                </a:solidFill>
                <a:effectLst/>
                <a:latin typeface="Söhne"/>
              </a:rPr>
              <a:t>End Users:</a:t>
            </a:r>
          </a:p>
          <a:p>
            <a:r>
              <a:rPr lang="en-US" sz="1600" i="0" dirty="0">
                <a:solidFill>
                  <a:srgbClr val="374151"/>
                </a:solidFill>
                <a:effectLst/>
                <a:latin typeface="Söhne"/>
              </a:rPr>
              <a:t>Potential clients</a:t>
            </a:r>
          </a:p>
          <a:p>
            <a:r>
              <a:rPr lang="en-US" sz="1600" dirty="0">
                <a:solidFill>
                  <a:srgbClr val="374151"/>
                </a:solidFill>
                <a:latin typeface="Söhne"/>
              </a:rPr>
              <a:t>Recruiters and hiring managers</a:t>
            </a:r>
          </a:p>
          <a:p>
            <a:r>
              <a:rPr lang="en-US" sz="1600" dirty="0">
                <a:solidFill>
                  <a:srgbClr val="374151"/>
                </a:solidFill>
                <a:latin typeface="Söhne"/>
              </a:rPr>
              <a:t>Companies and organizations</a:t>
            </a:r>
          </a:p>
          <a:p>
            <a:endParaRPr lang="en-US" sz="1600" i="0" dirty="0">
              <a:solidFill>
                <a:srgbClr val="374151"/>
              </a:solidFill>
              <a:effectLst/>
              <a:latin typeface="Söhne"/>
            </a:endParaRPr>
          </a:p>
        </p:txBody>
      </p:sp>
      <p:pic>
        <p:nvPicPr>
          <p:cNvPr id="5" name="Graphic 4">
            <a:extLst>
              <a:ext uri="{FF2B5EF4-FFF2-40B4-BE49-F238E27FC236}">
                <a16:creationId xmlns:a16="http://schemas.microsoft.com/office/drawing/2014/main" id="{3F36026F-B03F-E8D1-3C35-98430988B2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11671" y="3919850"/>
            <a:ext cx="3110752" cy="2368329"/>
          </a:xfrm>
          <a:prstGeom prst="rect">
            <a:avLst/>
          </a:prstGeom>
        </p:spPr>
      </p:pic>
    </p:spTree>
    <p:extLst>
      <p:ext uri="{BB962C8B-B14F-4D97-AF65-F5344CB8AC3E}">
        <p14:creationId xmlns:p14="http://schemas.microsoft.com/office/powerpoint/2010/main" val="1475399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4B684A-9817-58CD-C62F-D5DA9404DBF2}"/>
              </a:ext>
            </a:extLst>
          </p:cNvPr>
          <p:cNvSpPr txBox="1"/>
          <p:nvPr/>
        </p:nvSpPr>
        <p:spPr>
          <a:xfrm>
            <a:off x="1129553" y="1371601"/>
            <a:ext cx="8901953" cy="4555093"/>
          </a:xfrm>
          <a:prstGeom prst="rect">
            <a:avLst/>
          </a:prstGeom>
          <a:noFill/>
        </p:spPr>
        <p:txBody>
          <a:bodyPr wrap="square" rtlCol="0">
            <a:spAutoFit/>
          </a:bodyPr>
          <a:lstStyle/>
          <a:p>
            <a:pPr marL="285750" indent="-285750">
              <a:buClr>
                <a:schemeClr val="accent1"/>
              </a:buClr>
              <a:buFont typeface="Wingdings" panose="05000000000000000000" pitchFamily="2" charset="2"/>
              <a:buChar char="q"/>
            </a:pPr>
            <a:r>
              <a:rPr lang="en-US" sz="1600" b="0" i="0" dirty="0">
                <a:solidFill>
                  <a:srgbClr val="374151"/>
                </a:solidFill>
                <a:effectLst/>
                <a:latin typeface="Söhne"/>
              </a:rPr>
              <a:t>For </a:t>
            </a:r>
            <a:r>
              <a:rPr lang="en-US" sz="1600" b="1" i="0" dirty="0">
                <a:solidFill>
                  <a:srgbClr val="374151"/>
                </a:solidFill>
                <a:effectLst/>
                <a:latin typeface="Söhne"/>
              </a:rPr>
              <a:t>potential clients</a:t>
            </a:r>
            <a:r>
              <a:rPr lang="en-US" sz="1600" b="0" i="0" dirty="0">
                <a:solidFill>
                  <a:srgbClr val="374151"/>
                </a:solidFill>
                <a:effectLst/>
                <a:latin typeface="Söhne"/>
              </a:rPr>
              <a:t>, a portfolio provides a glimpse into the individual's past projects, highlighting the quality of their work and the solutions they can deliver. It enables clients to make informed decisions when considering engaging the individual's services, as they can assess whether their skills align with the specific requirements of the project.</a:t>
            </a:r>
          </a:p>
          <a:p>
            <a:pPr marL="285750" indent="-285750">
              <a:buFont typeface="Wingdings" panose="05000000000000000000" pitchFamily="2" charset="2"/>
              <a:buChar char="q"/>
            </a:pPr>
            <a:endParaRPr lang="en-US" sz="1600" b="1" i="0" dirty="0">
              <a:solidFill>
                <a:srgbClr val="374151"/>
              </a:solidFill>
              <a:effectLst/>
              <a:latin typeface="Söhne"/>
            </a:endParaRPr>
          </a:p>
          <a:p>
            <a:pPr marL="285750" indent="-285750">
              <a:buClr>
                <a:schemeClr val="accent1"/>
              </a:buClr>
              <a:buFont typeface="Wingdings" panose="05000000000000000000" pitchFamily="2" charset="2"/>
              <a:buChar char="q"/>
            </a:pPr>
            <a:r>
              <a:rPr lang="en-US" sz="1600" b="1" i="0" dirty="0">
                <a:solidFill>
                  <a:srgbClr val="374151"/>
                </a:solidFill>
                <a:effectLst/>
                <a:latin typeface="Söhne"/>
              </a:rPr>
              <a:t>Recruiters and hiring managers </a:t>
            </a:r>
            <a:r>
              <a:rPr lang="en-US" sz="1600" b="0" i="0" dirty="0">
                <a:solidFill>
                  <a:srgbClr val="374151"/>
                </a:solidFill>
                <a:effectLst/>
                <a:latin typeface="Söhne"/>
              </a:rPr>
              <a:t>often rely on portfolios to evaluate candidates during the hiring process. By reviewing the individual's portfolio, they can assess the candidate's suitability for a particular job role, understand their strengths and areas of expertise, and gauge their level of experience and professionalism. </a:t>
            </a:r>
          </a:p>
          <a:p>
            <a:pPr marL="285750" indent="-285750">
              <a:buFont typeface="Wingdings" panose="05000000000000000000" pitchFamily="2" charset="2"/>
              <a:buChar char="q"/>
            </a:pPr>
            <a:endParaRPr lang="en-US" sz="1600" dirty="0">
              <a:solidFill>
                <a:srgbClr val="374151"/>
              </a:solidFill>
              <a:latin typeface="Söhne"/>
            </a:endParaRPr>
          </a:p>
          <a:p>
            <a:pPr marL="285750" indent="-285750">
              <a:buClr>
                <a:schemeClr val="accent1"/>
              </a:buClr>
              <a:buFont typeface="Wingdings" panose="05000000000000000000" pitchFamily="2" charset="2"/>
              <a:buChar char="q"/>
            </a:pPr>
            <a:r>
              <a:rPr lang="en-US" sz="1600" b="0" i="0" dirty="0">
                <a:solidFill>
                  <a:srgbClr val="374151"/>
                </a:solidFill>
                <a:effectLst/>
                <a:latin typeface="Söhne"/>
              </a:rPr>
              <a:t>For </a:t>
            </a:r>
            <a:r>
              <a:rPr lang="en-US" sz="1600" b="1" i="0" dirty="0">
                <a:solidFill>
                  <a:srgbClr val="374151"/>
                </a:solidFill>
                <a:effectLst/>
                <a:latin typeface="Söhne"/>
              </a:rPr>
              <a:t>companies and organizations </a:t>
            </a:r>
            <a:r>
              <a:rPr lang="en-US" sz="1600" b="0" i="0" dirty="0">
                <a:solidFill>
                  <a:srgbClr val="374151"/>
                </a:solidFill>
                <a:effectLst/>
                <a:latin typeface="Söhne"/>
              </a:rPr>
              <a:t>seeking to collaborate with professionals in various fields, portfolios serve as a valuable tool to shortlist potential partners. Companies can evaluate the individual's past work and assess their ability to meet the company's requirements and standards. A compelling portfolio can instill confidence in companies, encouraging them to consider the individual for potential partnerships and collaborations.</a:t>
            </a:r>
          </a:p>
          <a:p>
            <a:pPr marL="285750" indent="-285750">
              <a:buFont typeface="Arial" panose="020B0604020202020204" pitchFamily="34" charset="0"/>
              <a:buChar char="•"/>
            </a:pPr>
            <a:endParaRPr lang="en-US" sz="1600" dirty="0">
              <a:solidFill>
                <a:srgbClr val="374151"/>
              </a:solidFill>
              <a:latin typeface="Söhne"/>
            </a:endParaRPr>
          </a:p>
          <a:p>
            <a:endParaRPr lang="en-US" sz="1600" dirty="0"/>
          </a:p>
          <a:p>
            <a:endParaRPr lang="en-US" dirty="0"/>
          </a:p>
        </p:txBody>
      </p:sp>
    </p:spTree>
    <p:extLst>
      <p:ext uri="{BB962C8B-B14F-4D97-AF65-F5344CB8AC3E}">
        <p14:creationId xmlns:p14="http://schemas.microsoft.com/office/powerpoint/2010/main" val="2980469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7D8E-14BF-E41F-78C1-70E51A737747}"/>
              </a:ext>
            </a:extLst>
          </p:cNvPr>
          <p:cNvSpPr>
            <a:spLocks noGrp="1"/>
          </p:cNvSpPr>
          <p:nvPr>
            <p:ph type="title"/>
          </p:nvPr>
        </p:nvSpPr>
        <p:spPr/>
        <p:txBody>
          <a:bodyPr/>
          <a:lstStyle/>
          <a:p>
            <a:pPr algn="ctr"/>
            <a:r>
              <a:rPr lang="en-US" dirty="0"/>
              <a:t>Value Proposition</a:t>
            </a:r>
          </a:p>
        </p:txBody>
      </p:sp>
      <p:sp>
        <p:nvSpPr>
          <p:cNvPr id="3" name="Content Placeholder 2">
            <a:extLst>
              <a:ext uri="{FF2B5EF4-FFF2-40B4-BE49-F238E27FC236}">
                <a16:creationId xmlns:a16="http://schemas.microsoft.com/office/drawing/2014/main" id="{7539AACB-C66C-267F-2FA6-ECC1869A834B}"/>
              </a:ext>
            </a:extLst>
          </p:cNvPr>
          <p:cNvSpPr>
            <a:spLocks noGrp="1"/>
          </p:cNvSpPr>
          <p:nvPr>
            <p:ph idx="1"/>
          </p:nvPr>
        </p:nvSpPr>
        <p:spPr>
          <a:xfrm>
            <a:off x="788895" y="3043173"/>
            <a:ext cx="7844115" cy="3590709"/>
          </a:xfrm>
        </p:spPr>
        <p:txBody>
          <a:bodyPr>
            <a:normAutofit/>
          </a:bodyPr>
          <a:lstStyle/>
          <a:p>
            <a:r>
              <a:rPr lang="en-US" sz="1600" b="0" i="0" dirty="0">
                <a:solidFill>
                  <a:srgbClr val="343541"/>
                </a:solidFill>
                <a:effectLst/>
                <a:latin typeface="Söhne"/>
              </a:rPr>
              <a:t>My portfolio addresses the needs of the end users by showcasing my skills, work in visually appealing way that makes it easy for potential clients, recruiters, hiring managers and companies to navigate and learn more about me</a:t>
            </a:r>
            <a:r>
              <a:rPr lang="en-US" sz="1600" dirty="0">
                <a:solidFill>
                  <a:srgbClr val="343541"/>
                </a:solidFill>
                <a:latin typeface="Söhne"/>
              </a:rPr>
              <a:t>.</a:t>
            </a:r>
          </a:p>
          <a:p>
            <a:r>
              <a:rPr lang="en-US" sz="1600" b="0" i="0" dirty="0">
                <a:solidFill>
                  <a:srgbClr val="374151"/>
                </a:solidFill>
                <a:effectLst/>
                <a:latin typeface="Söhne"/>
              </a:rPr>
              <a:t>Moreover, the website effectively communicates why they should choose me for their service requirements over other alternatives.</a:t>
            </a:r>
          </a:p>
          <a:p>
            <a:r>
              <a:rPr lang="en-US" sz="1600" b="0" i="0" dirty="0">
                <a:solidFill>
                  <a:srgbClr val="374151"/>
                </a:solidFill>
                <a:effectLst/>
                <a:latin typeface="Söhne"/>
              </a:rPr>
              <a:t> By highlighting my unique value proposition, past accomplishments, and commitment to delivering exceptional results, it establishes a compelling case for selecting me as their preferred choice for services.</a:t>
            </a:r>
            <a:endParaRPr lang="en-US" sz="1600" b="0" i="0" dirty="0">
              <a:solidFill>
                <a:srgbClr val="343541"/>
              </a:solidFill>
              <a:effectLst/>
              <a:latin typeface="Söhne"/>
            </a:endParaRPr>
          </a:p>
          <a:p>
            <a:pPr marL="0" indent="0">
              <a:buNone/>
            </a:pPr>
            <a:endParaRPr lang="en-US" sz="1600" dirty="0"/>
          </a:p>
        </p:txBody>
      </p:sp>
      <p:pic>
        <p:nvPicPr>
          <p:cNvPr id="5" name="Graphic 4">
            <a:extLst>
              <a:ext uri="{FF2B5EF4-FFF2-40B4-BE49-F238E27FC236}">
                <a16:creationId xmlns:a16="http://schemas.microsoft.com/office/drawing/2014/main" id="{92C5E611-9139-C79C-58E5-30F91B4283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26867" y="3429000"/>
            <a:ext cx="2703006" cy="2819056"/>
          </a:xfrm>
          <a:prstGeom prst="rect">
            <a:avLst/>
          </a:prstGeom>
        </p:spPr>
      </p:pic>
    </p:spTree>
    <p:extLst>
      <p:ext uri="{BB962C8B-B14F-4D97-AF65-F5344CB8AC3E}">
        <p14:creationId xmlns:p14="http://schemas.microsoft.com/office/powerpoint/2010/main" val="1346748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5391-B418-3D9E-BFE2-F3E92A97EE64}"/>
              </a:ext>
            </a:extLst>
          </p:cNvPr>
          <p:cNvSpPr>
            <a:spLocks noGrp="1"/>
          </p:cNvSpPr>
          <p:nvPr>
            <p:ph type="title"/>
          </p:nvPr>
        </p:nvSpPr>
        <p:spPr/>
        <p:txBody>
          <a:bodyPr/>
          <a:lstStyle/>
          <a:p>
            <a:pPr algn="ctr"/>
            <a:r>
              <a:rPr lang="en-US" dirty="0"/>
              <a:t>CUSTOMIZATION</a:t>
            </a:r>
          </a:p>
        </p:txBody>
      </p:sp>
      <p:sp>
        <p:nvSpPr>
          <p:cNvPr id="3" name="Content Placeholder 2">
            <a:extLst>
              <a:ext uri="{FF2B5EF4-FFF2-40B4-BE49-F238E27FC236}">
                <a16:creationId xmlns:a16="http://schemas.microsoft.com/office/drawing/2014/main" id="{E587FD7B-DA3F-E943-8277-0AECCB7B52AE}"/>
              </a:ext>
            </a:extLst>
          </p:cNvPr>
          <p:cNvSpPr>
            <a:spLocks noGrp="1"/>
          </p:cNvSpPr>
          <p:nvPr>
            <p:ph idx="1"/>
          </p:nvPr>
        </p:nvSpPr>
        <p:spPr>
          <a:xfrm>
            <a:off x="1154953" y="3757904"/>
            <a:ext cx="7191186" cy="1907790"/>
          </a:xfrm>
        </p:spPr>
        <p:txBody>
          <a:bodyPr/>
          <a:lstStyle/>
          <a:p>
            <a:pPr marL="0" indent="0">
              <a:buNone/>
            </a:pPr>
            <a:r>
              <a:rPr lang="en-US" b="0" i="0" dirty="0">
                <a:solidFill>
                  <a:srgbClr val="374151"/>
                </a:solidFill>
                <a:effectLst/>
                <a:latin typeface="Söhne"/>
              </a:rPr>
              <a:t>I have curated a collection of photos, illustrations, and screenshots in my portfolio.</a:t>
            </a:r>
            <a:endParaRPr lang="en-US" dirty="0"/>
          </a:p>
        </p:txBody>
      </p:sp>
      <p:pic>
        <p:nvPicPr>
          <p:cNvPr id="5" name="Graphic 4">
            <a:extLst>
              <a:ext uri="{FF2B5EF4-FFF2-40B4-BE49-F238E27FC236}">
                <a16:creationId xmlns:a16="http://schemas.microsoft.com/office/drawing/2014/main" id="{09C14167-454C-A249-912C-FC9A86CD4A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79224" y="3238149"/>
            <a:ext cx="3098426" cy="2913880"/>
          </a:xfrm>
          <a:prstGeom prst="rect">
            <a:avLst/>
          </a:prstGeom>
        </p:spPr>
      </p:pic>
    </p:spTree>
    <p:extLst>
      <p:ext uri="{BB962C8B-B14F-4D97-AF65-F5344CB8AC3E}">
        <p14:creationId xmlns:p14="http://schemas.microsoft.com/office/powerpoint/2010/main" val="412087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12EF-C966-7F4F-0D4D-1D36564E3793}"/>
              </a:ext>
            </a:extLst>
          </p:cNvPr>
          <p:cNvSpPr>
            <a:spLocks noGrp="1"/>
          </p:cNvSpPr>
          <p:nvPr>
            <p:ph type="title"/>
          </p:nvPr>
        </p:nvSpPr>
        <p:spPr/>
        <p:txBody>
          <a:bodyPr/>
          <a:lstStyle/>
          <a:p>
            <a:pPr algn="ctr"/>
            <a:r>
              <a:rPr lang="en-US" dirty="0"/>
              <a:t>MODELING</a:t>
            </a:r>
          </a:p>
        </p:txBody>
      </p:sp>
      <p:sp>
        <p:nvSpPr>
          <p:cNvPr id="3" name="Content Placeholder 2">
            <a:extLst>
              <a:ext uri="{FF2B5EF4-FFF2-40B4-BE49-F238E27FC236}">
                <a16:creationId xmlns:a16="http://schemas.microsoft.com/office/drawing/2014/main" id="{10C36856-BD89-5488-BA3D-6EB6D2D52B24}"/>
              </a:ext>
            </a:extLst>
          </p:cNvPr>
          <p:cNvSpPr>
            <a:spLocks noGrp="1"/>
          </p:cNvSpPr>
          <p:nvPr>
            <p:ph idx="1"/>
          </p:nvPr>
        </p:nvSpPr>
        <p:spPr>
          <a:xfrm>
            <a:off x="1047379" y="2648324"/>
            <a:ext cx="7379445" cy="3416300"/>
          </a:xfrm>
        </p:spPr>
        <p:txBody>
          <a:bodyPr/>
          <a:lstStyle/>
          <a:p>
            <a:r>
              <a:rPr lang="en-US" dirty="0">
                <a:latin typeface="Söhne"/>
              </a:rPr>
              <a:t>Web Languages used:</a:t>
            </a:r>
          </a:p>
          <a:p>
            <a:pPr marL="0" indent="0">
              <a:buNone/>
            </a:pPr>
            <a:r>
              <a:rPr lang="en-US" dirty="0">
                <a:latin typeface="Söhne"/>
              </a:rPr>
              <a:t>          HTML, CSS and JavaScript</a:t>
            </a:r>
          </a:p>
          <a:p>
            <a:r>
              <a:rPr lang="en-US" dirty="0">
                <a:latin typeface="Söhne"/>
              </a:rPr>
              <a:t>Framework used:</a:t>
            </a:r>
          </a:p>
          <a:p>
            <a:pPr marL="0" indent="0">
              <a:buNone/>
            </a:pPr>
            <a:r>
              <a:rPr lang="en-US" dirty="0">
                <a:latin typeface="Söhne"/>
              </a:rPr>
              <a:t>          Bootstrap</a:t>
            </a:r>
          </a:p>
          <a:p>
            <a:r>
              <a:rPr lang="en-US" dirty="0">
                <a:latin typeface="Söhne"/>
              </a:rPr>
              <a:t>Other Animation tools:</a:t>
            </a:r>
          </a:p>
          <a:p>
            <a:pPr marL="0" indent="0">
              <a:buNone/>
            </a:pPr>
            <a:r>
              <a:rPr lang="en-US" dirty="0">
                <a:latin typeface="Söhne"/>
              </a:rPr>
              <a:t>         AOS, animate.style, Bootstrap icons, favicon, Google fonts</a:t>
            </a:r>
          </a:p>
          <a:p>
            <a:pPr marL="0" indent="0">
              <a:buNone/>
            </a:pPr>
            <a:r>
              <a:rPr lang="en-US" dirty="0"/>
              <a:t>          </a:t>
            </a:r>
          </a:p>
        </p:txBody>
      </p:sp>
    </p:spTree>
    <p:extLst>
      <p:ext uri="{BB962C8B-B14F-4D97-AF65-F5344CB8AC3E}">
        <p14:creationId xmlns:p14="http://schemas.microsoft.com/office/powerpoint/2010/main" val="1099378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2C0B-9D47-DBBB-C450-6A78FD929856}"/>
              </a:ext>
            </a:extLst>
          </p:cNvPr>
          <p:cNvSpPr>
            <a:spLocks noGrp="1"/>
          </p:cNvSpPr>
          <p:nvPr>
            <p:ph type="title"/>
          </p:nvPr>
        </p:nvSpPr>
        <p:spPr/>
        <p:txBody>
          <a:bodyPr/>
          <a:lstStyle/>
          <a:p>
            <a:pPr algn="ctr"/>
            <a:r>
              <a:rPr lang="en-US" dirty="0"/>
              <a:t>RESULT</a:t>
            </a:r>
          </a:p>
        </p:txBody>
      </p:sp>
      <p:sp>
        <p:nvSpPr>
          <p:cNvPr id="6" name="Content Placeholder 5">
            <a:extLst>
              <a:ext uri="{FF2B5EF4-FFF2-40B4-BE49-F238E27FC236}">
                <a16:creationId xmlns:a16="http://schemas.microsoft.com/office/drawing/2014/main" id="{4B9F4DA1-924A-EDE5-3F69-BCC30F854DB3}"/>
              </a:ext>
            </a:extLst>
          </p:cNvPr>
          <p:cNvSpPr>
            <a:spLocks noGrp="1"/>
          </p:cNvSpPr>
          <p:nvPr>
            <p:ph idx="1"/>
          </p:nvPr>
        </p:nvSpPr>
        <p:spPr>
          <a:xfrm>
            <a:off x="1154955" y="3556000"/>
            <a:ext cx="8761412" cy="2463800"/>
          </a:xfrm>
        </p:spPr>
        <p:txBody>
          <a:bodyPr/>
          <a:lstStyle/>
          <a:p>
            <a:pPr marL="0" indent="0">
              <a:buNone/>
            </a:pPr>
            <a:r>
              <a:rPr lang="en-US" dirty="0">
                <a:solidFill>
                  <a:srgbClr val="FF0000"/>
                </a:solidFill>
              </a:rPr>
              <a:t>A screen recorded video is presented in the next page to show result of my project.</a:t>
            </a:r>
          </a:p>
        </p:txBody>
      </p:sp>
    </p:spTree>
    <p:extLst>
      <p:ext uri="{BB962C8B-B14F-4D97-AF65-F5344CB8AC3E}">
        <p14:creationId xmlns:p14="http://schemas.microsoft.com/office/powerpoint/2010/main" val="2554111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y_portfolio">
            <a:hlinkClick r:id="" action="ppaction://media"/>
            <a:extLst>
              <a:ext uri="{FF2B5EF4-FFF2-40B4-BE49-F238E27FC236}">
                <a16:creationId xmlns:a16="http://schemas.microsoft.com/office/drawing/2014/main" id="{EA9A86B7-4573-6F98-6A64-63B2CCCDC98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30719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635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0D9C-EC36-C7D8-193F-1E1991D5A69C}"/>
              </a:ext>
            </a:extLst>
          </p:cNvPr>
          <p:cNvSpPr>
            <a:spLocks noGrp="1"/>
          </p:cNvSpPr>
          <p:nvPr>
            <p:ph type="title"/>
          </p:nvPr>
        </p:nvSpPr>
        <p:spPr/>
        <p:txBody>
          <a:bodyPr/>
          <a:lstStyle/>
          <a:p>
            <a:pPr algn="ctr"/>
            <a:r>
              <a:rPr lang="en-US" dirty="0"/>
              <a:t>LINKS</a:t>
            </a:r>
          </a:p>
        </p:txBody>
      </p:sp>
      <p:sp>
        <p:nvSpPr>
          <p:cNvPr id="3" name="Content Placeholder 2">
            <a:extLst>
              <a:ext uri="{FF2B5EF4-FFF2-40B4-BE49-F238E27FC236}">
                <a16:creationId xmlns:a16="http://schemas.microsoft.com/office/drawing/2014/main" id="{274811E2-6188-427C-6328-DF3320000E2F}"/>
              </a:ext>
            </a:extLst>
          </p:cNvPr>
          <p:cNvSpPr>
            <a:spLocks noGrp="1"/>
          </p:cNvSpPr>
          <p:nvPr>
            <p:ph idx="1"/>
          </p:nvPr>
        </p:nvSpPr>
        <p:spPr>
          <a:xfrm>
            <a:off x="1154953" y="2702111"/>
            <a:ext cx="6877332" cy="3416300"/>
          </a:xfrm>
        </p:spPr>
        <p:txBody>
          <a:bodyPr/>
          <a:lstStyle/>
          <a:p>
            <a:pPr marL="0" indent="0">
              <a:buNone/>
            </a:pPr>
            <a:r>
              <a:rPr lang="en-US" dirty="0">
                <a:latin typeface="Söhne"/>
              </a:rPr>
              <a:t>GitHub:</a:t>
            </a:r>
          </a:p>
          <a:p>
            <a:pPr marL="0" indent="0">
              <a:buNone/>
            </a:pPr>
            <a:r>
              <a:rPr lang="en-US" dirty="0">
                <a:solidFill>
                  <a:srgbClr val="92D050"/>
                </a:solidFill>
                <a:latin typeface="Söhne"/>
                <a:hlinkClick r:id="rId2">
                  <a:extLst>
                    <a:ext uri="{A12FA001-AC4F-418D-AE19-62706E023703}">
                      <ahyp:hlinkClr xmlns:ahyp="http://schemas.microsoft.com/office/drawing/2018/hyperlinkcolor" val="tx"/>
                    </a:ext>
                  </a:extLst>
                </a:hlinkClick>
              </a:rPr>
              <a:t>https://github.com/Nikhila9346/my_portfolio</a:t>
            </a:r>
            <a:endParaRPr lang="en-US" dirty="0">
              <a:solidFill>
                <a:srgbClr val="92D050"/>
              </a:solidFill>
              <a:latin typeface="Söhne"/>
            </a:endParaRPr>
          </a:p>
          <a:p>
            <a:pPr marL="0" indent="0">
              <a:buNone/>
            </a:pPr>
            <a:endParaRPr lang="en-US" dirty="0">
              <a:latin typeface="Söhne"/>
            </a:endParaRPr>
          </a:p>
          <a:p>
            <a:pPr marL="0" indent="0">
              <a:buNone/>
            </a:pPr>
            <a:r>
              <a:rPr lang="en-US" dirty="0">
                <a:latin typeface="Söhne"/>
              </a:rPr>
              <a:t>Live Site:</a:t>
            </a:r>
          </a:p>
          <a:p>
            <a:pPr marL="0" indent="0">
              <a:buNone/>
            </a:pPr>
            <a:r>
              <a:rPr lang="en-US" dirty="0">
                <a:solidFill>
                  <a:srgbClr val="92D050"/>
                </a:solidFill>
                <a:latin typeface="Söhne"/>
                <a:hlinkClick r:id="rId3">
                  <a:extLst>
                    <a:ext uri="{A12FA001-AC4F-418D-AE19-62706E023703}">
                      <ahyp:hlinkClr xmlns:ahyp="http://schemas.microsoft.com/office/drawing/2018/hyperlinkcolor" val="tx"/>
                    </a:ext>
                  </a:extLst>
                </a:hlinkClick>
              </a:rPr>
              <a:t>https://nikhila9346.github.io/my_portfolio/</a:t>
            </a:r>
            <a:endParaRPr lang="en-US" dirty="0">
              <a:solidFill>
                <a:srgbClr val="92D050"/>
              </a:solidFill>
              <a:latin typeface="Söhne"/>
            </a:endParaRPr>
          </a:p>
          <a:p>
            <a:pPr marL="0" indent="0">
              <a:buNone/>
            </a:pPr>
            <a:endParaRPr lang="en-US" dirty="0">
              <a:latin typeface="Söhne"/>
            </a:endParaRPr>
          </a:p>
          <a:p>
            <a:pPr marL="0" indent="0">
              <a:buNone/>
            </a:pPr>
            <a:endParaRPr lang="en-US" dirty="0">
              <a:latin typeface="Söhne"/>
            </a:endParaRPr>
          </a:p>
        </p:txBody>
      </p:sp>
      <p:pic>
        <p:nvPicPr>
          <p:cNvPr id="5" name="Picture 4">
            <a:extLst>
              <a:ext uri="{FF2B5EF4-FFF2-40B4-BE49-F238E27FC236}">
                <a16:creationId xmlns:a16="http://schemas.microsoft.com/office/drawing/2014/main" id="{80208876-FDD2-0FDA-5B68-833EEF813363}"/>
              </a:ext>
            </a:extLst>
          </p:cNvPr>
          <p:cNvPicPr>
            <a:picLocks noChangeAspect="1"/>
          </p:cNvPicPr>
          <p:nvPr/>
        </p:nvPicPr>
        <p:blipFill>
          <a:blip r:embed="rId4"/>
          <a:stretch>
            <a:fillRect/>
          </a:stretch>
        </p:blipFill>
        <p:spPr>
          <a:xfrm>
            <a:off x="8649313" y="3545449"/>
            <a:ext cx="1267053" cy="1267053"/>
          </a:xfrm>
          <a:prstGeom prst="rect">
            <a:avLst/>
          </a:prstGeom>
        </p:spPr>
      </p:pic>
    </p:spTree>
    <p:extLst>
      <p:ext uri="{BB962C8B-B14F-4D97-AF65-F5344CB8AC3E}">
        <p14:creationId xmlns:p14="http://schemas.microsoft.com/office/powerpoint/2010/main" val="3046158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857711-033F-409E-B26F-3A3DDBF3AF53}"/>
              </a:ext>
            </a:extLst>
          </p:cNvPr>
          <p:cNvSpPr>
            <a:spLocks noGrp="1"/>
          </p:cNvSpPr>
          <p:nvPr>
            <p:ph type="ctrTitle"/>
          </p:nvPr>
        </p:nvSpPr>
        <p:spPr>
          <a:xfrm>
            <a:off x="1567332" y="2963239"/>
            <a:ext cx="8825658" cy="931522"/>
          </a:xfrm>
        </p:spPr>
        <p:txBody>
          <a:bodyPr/>
          <a:lstStyle/>
          <a:p>
            <a:pPr algn="ctr"/>
            <a:r>
              <a:rPr lang="en-US" dirty="0"/>
              <a:t>THANKYOU</a:t>
            </a:r>
          </a:p>
        </p:txBody>
      </p:sp>
    </p:spTree>
    <p:extLst>
      <p:ext uri="{BB962C8B-B14F-4D97-AF65-F5344CB8AC3E}">
        <p14:creationId xmlns:p14="http://schemas.microsoft.com/office/powerpoint/2010/main" val="3967743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TM02900722[[fn=Ion Boardroom]]</Template>
  <TotalTime>521</TotalTime>
  <Words>634</Words>
  <Application>Microsoft Office PowerPoint</Application>
  <PresentationFormat>Widescreen</PresentationFormat>
  <Paragraphs>56</Paragraphs>
  <Slides>13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Century Gothic</vt:lpstr>
      <vt:lpstr>Söhne</vt:lpstr>
      <vt:lpstr>Wingdings</vt:lpstr>
      <vt:lpstr>Wingdings 3</vt:lpstr>
      <vt:lpstr>Ion Boardroom</vt:lpstr>
      <vt:lpstr>STUDENT DETAILS</vt:lpstr>
      <vt:lpstr>PORTFOLIO</vt:lpstr>
      <vt:lpstr>AGENDA</vt:lpstr>
      <vt:lpstr>Project Overview</vt:lpstr>
      <vt:lpstr>Who are the End Users of this Project?</vt:lpstr>
      <vt:lpstr>PowerPoint Presentation</vt:lpstr>
      <vt:lpstr>Value Proposition</vt:lpstr>
      <vt:lpstr>CUSTOMIZATION</vt:lpstr>
      <vt:lpstr>MODELING</vt:lpstr>
      <vt:lpstr>RESULT</vt:lpstr>
      <vt:lpstr>PowerPoint Presentation</vt:lpstr>
      <vt:lpstr>LINKS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DETAILS</dc:title>
  <dc:creator>Vamshi Reddy</dc:creator>
  <cp:lastModifiedBy>Vamshi Reddy</cp:lastModifiedBy>
  <cp:revision>19</cp:revision>
  <dcterms:created xsi:type="dcterms:W3CDTF">2023-07-11T18:19:01Z</dcterms:created>
  <dcterms:modified xsi:type="dcterms:W3CDTF">2023-07-22T18:08:18Z</dcterms:modified>
</cp:coreProperties>
</file>